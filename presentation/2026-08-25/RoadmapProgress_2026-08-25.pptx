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9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1828800"/>
            <a:ext cx="9601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F3A5F"/>
                </a:solidFill>
                <a:latin typeface="Calibri" panose="020F0502020204030204"/>
              </a:rPr>
              <a:t>The Road to Production-Ready Compliance Checking</a:t>
            </a:r>
            <a:endParaRPr sz="4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0160" y="301752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555555"/>
                </a:solidFill>
                <a:latin typeface="Calibri" panose="020F0502020204030204"/>
              </a:rPr>
              <a:t>A 6-tier industry-standard roadmap · progress &amp; next steps</a:t>
            </a:r>
            <a:endParaRPr sz="2400" b="1">
              <a:solidFill>
                <a:srgbClr val="555555"/>
              </a:solidFill>
              <a:latin typeface="Calibri" panose="020F050202020403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80160" y="52120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55555"/>
                </a:solidFill>
                <a:latin typeface="Calibri" panose="020F0502020204030204"/>
              </a:rPr>
              <a:t>ArchCheck · 2026-08-25</a:t>
            </a:r>
            <a:endParaRPr sz="1800" b="1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The Roadmap at a Glance — 6 Tiers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71475" y="1463040"/>
          <a:ext cx="11459845" cy="403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5050"/>
                <a:gridCol w="4215765"/>
                <a:gridCol w="3654425"/>
                <a:gridCol w="1284605"/>
              </a:tblGrid>
              <a:tr h="579755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Tier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Done (this week)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Plan (next)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Progress</a:t>
                      </a:r>
                      <a:endParaRPr sz="14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 · IFC reading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spaces · doors · structure · MEP · electrical read; exact area / volume / material; mixed-unit fix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connections · distribution systems · openings · quantity sets · profile shapes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~70%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55499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2 · Quality validation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QA 4 checks (units / spaces / geometry / boundaries); honest “not checked / area unknown”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IDS parser + semantic validation (missing attributes, wrong classification)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~40%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3 · Geometry &amp; quantities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exact area (triangle projection) · exact volume · material take-off · basic clash pre-check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boolean operations (CSG kernel) · swept solids · exact sections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~85%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4 · Clash &amp; coordination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MEP vs structure bbox + point-in-mesh confirmation (real vs bbox noise)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full-discipline clash · clear-height checks · grading (hard / soft / clearance)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early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5 · Rules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5 disciplines · 16 rules (CN + SG) · clause → rule tool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16 → 50+ (fire / egress / MEP) · context &amp; exceptions · cross-rule linkage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~15%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579755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6 · Delivery &amp; trust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BCF 2.1 · COBie CSV · HTML/Excel/PNG · 4 samples run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BCF viewpoints · fuller COBie · IFC with annotations · 10+ real projects · benchmark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~35%</a:t>
                      </a:r>
                      <a:endParaRPr sz="14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59435" y="578612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 panose="020F0502020204030204"/>
              </a:rPr>
              <a:t>Foundation built: precise geometry + real samples + multi-discipline rules + delivery formats — now we build up.</a:t>
            </a:r>
            <a:endParaRPr sz="2000" b="1">
              <a:solidFill>
                <a:srgbClr val="1F3A5F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A5F"/>
                </a:solidFill>
                <a:latin typeface="Calibri" panose="020F0502020204030204"/>
              </a:rPr>
              <a:t>This Week's Breakthrough — Precise Geometry &amp; Quantities (Tier ③)</a:t>
            </a:r>
            <a:endParaRPr sz="27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Exact area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triangle projection replaces convex hull — L-shaped room 36 → 27 m², no over-estimate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395728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Exact volume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signed-tetrahedron — office_3f slab 96.9 m³ · Schependomlaan structural total 287.4 m³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328416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Material &amp; quantity take-off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per-material volume + per-type counts → “structural quantities by material”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4261104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Mixed-unit repair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models declared in mm but modelled in metres auto-corrected (Schependomlaan)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5193792"/>
            <a:ext cx="106070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222222"/>
                </a:solidFill>
                <a:latin typeface="Calibri" panose="020F0502020204030204"/>
              </a:rPr>
              <a:t>Basic clash pre-check</a:t>
            </a:r>
            <a:endParaRPr sz="1900" b="1">
              <a:solidFill>
                <a:srgbClr val="222222"/>
              </a:solidFill>
              <a:latin typeface="Calibri" panose="020F0502020204030204"/>
            </a:endParaRPr>
          </a:p>
          <a:p>
            <a:pPr lvl="1" algn="l">
              <a:spcAft>
                <a:spcPts val="600"/>
              </a:spcAft>
            </a:pPr>
            <a:r>
              <a:rPr sz="1600" b="0">
                <a:solidFill>
                  <a:srgbClr val="222222"/>
                </a:solidFill>
                <a:latin typeface="Calibri" panose="020F0502020204030204"/>
              </a:rPr>
              <a:t>• MEP vs structure bbox + point-in-mesh confirmation — real penetration, not bbox noise</a:t>
            </a:r>
            <a:endParaRPr sz="1600" b="0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6236207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E6B3C"/>
                </a:solidFill>
                <a:latin typeface="Calibri" panose="020F0502020204030204"/>
              </a:rPr>
              <a:t>Unlocks what's downstream: quantities, clash detection, clear-height checks — all depend on real geometry.</a:t>
            </a:r>
            <a:endParaRPr sz="1800" b="1">
              <a:solidFill>
                <a:srgbClr val="1E6B3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Where We Stand — Done vs Still Open (honest)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1E6B3C"/>
                </a:solidFill>
                <a:latin typeface="Calibri" panose="020F0502020204030204"/>
              </a:rPr>
              <a:t>Already in place</a:t>
            </a:r>
            <a:endParaRPr sz="2100" b="1">
              <a:solidFill>
                <a:srgbClr val="1E6B3C"/>
              </a:solidFill>
              <a:latin typeface="Calibri" panose="020F050202020403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057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5-discipline rule engine (CN + SG)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26243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BCF 2.1 / COBie export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319125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Clause → machine-rule tooling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375818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Semantic knowledge-base search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32511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Precise geometry, volumes, materials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48920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Real samples: Duplex_MEP, Schependomlaan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B03030"/>
                </a:solidFill>
                <a:latin typeface="Calibri" panose="020F0502020204030204"/>
              </a:rPr>
              <a:t>Still open (flagged, not hidden)</a:t>
            </a:r>
            <a:endParaRPr sz="2100" b="1">
              <a:solidFill>
                <a:srgbClr val="B03030"/>
              </a:solidFill>
              <a:latin typeface="Calibri" panose="020F050202020403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Boolean operations (openings) — needs CSG kernel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09360" y="2624328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IDS-based quality validation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9360" y="3191256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Rule volume: 16 → hundreds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09360" y="375818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Full-discipline clash + clear-height checks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09360" y="432511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BCF viewpoints · full COBie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309360" y="4892040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222222"/>
                </a:solidFill>
                <a:latin typeface="Calibri" panose="020F0502020204030204"/>
              </a:rPr>
              <a:t>• Scale benchmark vs commercial tools</a:t>
            </a:r>
            <a:endParaRPr sz="17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22960" y="58064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555555"/>
                </a:solidFill>
                <a:latin typeface="Calibri" panose="020F0502020204030204"/>
              </a:rPr>
              <a:t>Everything we can't do yet is stated explicitly — no silent omissions.</a:t>
            </a:r>
            <a:endParaRPr sz="1800" b="1">
              <a:solidFill>
                <a:srgbClr val="555555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3A5F"/>
                </a:solidFill>
                <a:latin typeface="Calibri" panose="020F0502020204030204"/>
              </a:rPr>
              <a:t>Next Steps — Prioritised</a:t>
            </a:r>
            <a:endParaRPr sz="3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40080" y="1170432"/>
            <a:ext cx="10881360" cy="279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63040"/>
          <a:ext cx="106070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694944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Priority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Action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Calibri" panose="020F0502020204030204"/>
                        </a:rPr>
                        <a:t>Effort</a:t>
                      </a:r>
                      <a:endParaRPr sz="1600" b="1">
                        <a:solidFill>
                          <a:srgbClr val="FFFFFF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Rule expansion: 16 → 50+, fire / egress / MEP first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2–3 wks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2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IDS quality checking (subset parser)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1–2 wks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3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Clash deepening: full-discipline + clear-height + grading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2 wks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4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Delivery: BCF viewpoints · fuller COBie · 10+ real projects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222222"/>
                          </a:solidFill>
                          <a:latin typeface="Calibri" panose="020F0502020204030204"/>
                        </a:rPr>
                        <a:t>1–2 wks</a:t>
                      </a:r>
                      <a:endParaRPr sz="1600" b="0">
                        <a:solidFill>
                          <a:srgbClr val="222222"/>
                        </a:solidFill>
                        <a:latin typeface="Calibri" panose="020F0502020204030204"/>
                      </a:endParaRPr>
                    </a:p>
                  </a:txBody>
                  <a:tcPr marL="54864" marR="54864" marT="18288" marB="18288" anchor="t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703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F3A5F"/>
                </a:solidFill>
                <a:latin typeface="Calibri" panose="020F0502020204030204"/>
              </a:rPr>
              <a:t>Long-term hard items</a:t>
            </a:r>
            <a:endParaRPr sz="2000" b="1">
              <a:solidFill>
                <a:srgbClr val="1F3A5F"/>
              </a:solidFill>
              <a:latin typeface="Calibri" panose="020F050202020403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222222"/>
                </a:solidFill>
                <a:latin typeface="Calibri" panose="020F0502020204030204"/>
              </a:rPr>
              <a:t>• Boolean operations (CSG kernel)  ·  full rule coverage  ·  benchmark vs commercial tools</a:t>
            </a:r>
            <a:endParaRPr sz="1800" b="1">
              <a:solidFill>
                <a:srgbClr val="222222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557784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6B3C"/>
                </a:solidFill>
                <a:latin typeface="Calibri" panose="020F0502020204030204"/>
              </a:rPr>
              <a:t>Foundation is built — next is rule volume, IDS validation, and clash depth.</a:t>
            </a:r>
            <a:endParaRPr sz="2000" b="1">
              <a:solidFill>
                <a:srgbClr val="1E6B3C"/>
              </a:solidFill>
              <a:latin typeface="Calibri" panose="020F050202020403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3083</Words>
  <Application>WPS 演示</Application>
  <PresentationFormat>On-screen Show (4:3)</PresentationFormat>
  <Paragraphs>155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Radiant</cp:lastModifiedBy>
  <cp:revision>3</cp:revision>
  <dcterms:created xsi:type="dcterms:W3CDTF">2013-01-27T09:14:00Z</dcterms:created>
  <dcterms:modified xsi:type="dcterms:W3CDTF">2026-08-25T10:01:15Z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5186D017392742D0AACE12DC42C3B13A_12</vt:lpwstr>
  </property>
  <property fmtid="{D5CDD505-2E9C-101B-9397-08002B2CF9AE}" pid="3" name="KSOProductBuildVer">
    <vt:lpwstr>2052-12.1.0.28043</vt:lpwstr>
  </property>
</Properties>
</file>