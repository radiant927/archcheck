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13T16:39:12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2973.940 3271.388 767,'0.000'-7.143'0,"1.072"1.182"0,7.259 3.650-5,-0.775 1.796 4,-0.691 0.328 0,2.225 0.059-1,3.077 0.045-1,1.063 0.047 0,-0.394 0.030 1,1.292 0.019-2,3.041 0.019 0,0.793 0.008 1,-1.264-0.001 2,0.888 0.000-1,-1.193-0.005 0,1.314-0.003 0,6.105 0.004 1,-0.235-0.005-1,-8.117-0.012 1,-0.176-0.002-1,9.272 0.004-1,-1.806-0.006 0,-6.192-0.006 5,0.742-0.002 2,5.307-0.002-2,-0.627-0.001 3,-3.034-0.002-2,-0.538 0.000-5,-2.969-0.002-3,-0.768 0.000 1,-0.816-0.000 5,-0.821 0.000 2,2.409-0.001-2,-1.334 0.001 1,-3.324 0.000 2,-0.241-0.001-1,2.562 0.001 0,-0.608-0.000 0,-2.576 0.000-1,0.082 0.001-1,1.415-0.001-4,-0.171 0.001 3,-1.040 0.000 1,0.195-0.001 1,0.058 0.001-4,-0.044 0.000 0,0.456 0.000 3,0.816 0.000 0,0.494 0.000-2,0.237 0.000-2,1.798 0.000 4,-0.276 0.000-3,0.277 0.000 0,-0.096 0.000 0,-2.883 0.000 1,0.846 0.000 2,7.322 0.000 3,0.213 0.000-4,-2.127 0.000 0,-4.440 0.000-1,-0.200 0.000-2,-0.285 0.000-1,1.914 0.000 0,-0.079 0.000 5,-0.292 0.000 3,-0.438 0.000-3,0.351 0.000-2,0.353 0.000 3,-2.030 0.000-3,-0.096 0.000 1,1.786 0.000 2,-0.409 0.000 1,-0.221 0.000-3,-0.072 0.000-4,-1.873 0.000 1,0.145 0.000 4,1.958 0.000 2,-0.182 0.000-2,-1.930 0.000-1,0.120 0.000-1,1.928 0.000 1,-0.199 0.000-1,3.885 0.000 1,-3.914 0.000 1,-1.888 0.000-1,0.129 0.000-1,1.929 0.000 2,-0.189 0.000 1,-0.312 0.000-1,-0.395 0.000-4,-0.458 0.000 2,-0.492 0.000 1,0.081 0.000 0,0.505 0.000 1,0.226 0.000 1,0.010 0.000 0,-1.885 0.000 0,-0.155 0.000-3,1.767 0.000-1,0.168 0.000 0,-0.012 0.000 0,-0.148 0.000 4,1.775 0.000 0,0.125 0.000-2,-1.330 0.000-1,0.148 0.000 0,-1.886 0.000 2,-0.116 0.000 0,1.872 0.000-2,0.163 0.000 0,0.252 0.000 4,0.309 0.000-6,0.610 0.000 3,0.816 0.000 1,0.650 0.000-3,0.502 0.000 1,0.085 0.000 0,-0.229 0.000 0,-0.150 0.000-1,-0.085 0.000 0,-0.052 0.000 0,-0.024 0.000 2,-0.004 0.000 1,0.012 0.000 2,0.024 0.000-3,0.031 0.000 0,0.054 0.000 0,0.069 0.000 0,-0.229 0.000-1,-0.443 0.000 1,-2.590 0.000 0,-0.459 0.000 0,1.663 0.000 0,-0.178 0.000 0,-0.331 0.000 0,-0.437 0.000 3,1.927 0.000 1,-0.243 0.000-4,0.325 0.000 0,-0.090 0.000 0,3.672 0.000 4,-5.596 0.000-5,0.053 0.000-1,-0.135 0.000 5,-0.270 0.000-6,4.889 0.000 4,1.336 0.000-2,-1.859 0.000-1,-0.263 0.000 5,-0.588 0.000 0,-0.793 0.000-8,-3.442 0.000 2,0.593 0.000-1,2.528 0.000 4,0.112 0.000 5,-0.148 0.000-1,-0.337 0.000-1,-2.207 0.000-6,-0.013 0.000-1,1.870 0.000 0,-0.344 0.000 3,0.113 0.000 3,0.449 0.000 1,-1.964 0.000-3,-0.053 0.000-1,2.145 0.000 2,0.146 0.000 0,-0.129 0.000-3,-0.328 0.000 0,0.109 0.000 1,-0.142 0.000 4,-0.327 0.000-4,-0.453 0.000 0,1.211 0.000 3,-0.802 0.000 1,-3.479 0.000-1,-0.097 0.000-5,1.528 0.000 3,-0.237 0.000 2,-0.012 0.000 1,0.155 0.000-1,-1.664 0.000-1,-0.058 0.000-4,3.117 0.000 3,-0.354 0.000 0,-1.072 0.000-1,0.539 0.000 0,0.273 0.000 2,0.065 0.000 0,1.631 0.000 0,-0.389 0.000 1,0.211 0.000-6,-0.129 0.000 0,-3.641 0.000 4,-0.216 0.000 1,5.988 0.000 2,-0.970 0.000 0,-3.706 0.000-6,-0.666 0.000 2,-0.217-0.251 3,-0.641-0.419-1,-0.913-0.517 0,-0.662-0.313 1,-0.454-0.153 0,3.412-0.839-1,-2.600 0.656-1,-0.453 0.202 3,-0.566 0.242-2,-0.600 0.250-1,2.880-0.154-1,-1.098 0.534 1,-1.434 0.397 0,0.119 0.133 2,-0.047 0.105 0,3.748-1.013-4,-4.453-0.186 2,0.217-0.231-1,1.118-0.309 0,0.188 0.034 1,-1.179 0.056 1,-0.525-0.272-2,-0.675-0.349 1,3.681-2.002-1,-1.140 0.843 2,-0.654 1.006 0,0.415 0.401 1,-0.428 0.483-2,-0.256 0.357-1,-0.389 0.322 1,-0.452 0.278-1,5.453-0.056 0,-5.349 0.595 1,-0.121 0.116 1,-0.162 0.077 0,2.682 0.074 1,-2.673-0.003-3,0.091 0.005 1,-0.007-0.002 0,0.135-0.002 0,-0.529-0.013 0,4.113 0.040-1,-2.375-0.052 1,1.126-0.030 0,-2.387-0.039 1,-0.074-0.006 0,2.282-0.005 1,-1.381 0.003-2,1.031 0.004 0,-1.825 0.003 1,0.043 0.000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13T16:39:17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5955.940 3062.388 767,'8.920'0.000'0,"-2.477"0.000"0,7.130 1.725-8,-6.697-0.195 6,1.053 0.652 1,2.163 0.845-1,0.637 0.237-1,-0.516 0.182 1,1.114 0.893-1,1.022 0.800 1,0.912 0.702 0,0.205 0.621 1,-0.333 0.539-1,1.309 1.195-1,-0.707-0.247 0,-3.870-2.297 1,-0.390-0.392 1,2.544 0.958 0,-0.626-0.859 0,3.125 1.088 10,-1.272-0.418-5,-2.225-1.201-1,-0.878-0.772-2,-2.487-1.320 0,-0.313-0.490-1,-0.315-0.455 2,-0.306-0.409 0,-0.282-0.356-1,-0.129 0.076 0,-0.010 0.378 0,0.096 0.200-1,0.166 0.063 0,-0.677-0.246 0,0.183-0.075 0,1.137 0.062 0,0.230-0.171 0,4.077 0.349-1,-3.813-0.429 1,-0.415 0.458 0,2.635 1.449-1,-0.705 0.728 1,-1.207 0.572 1,-1.321 0.135 0,-1.558-0.349-1,1.013 2.527-2,-3.940-0.877 2,-6.840-1.681 1,-0.304-0.535 1,0.299 1.063 0,-0.382 0.307-1,-0.306 2.408 0,0.266-0.471 0,-3.695 1.755-2,1.036-2.956 1,-1.504 0.674-2,0.179-0.136 0,-0.344 0.415 1,1.048-1.492-1,-0.574-0.351 0,-2.801 1.648 0,-0.091 0.972 1,1.360-0.694 3,0.267-0.366-3,0.312-0.633-2,0.322-0.773 2,0.906-1.209 1,-0.481-0.644 2,-0.290-0.229 0,-0.139 0.073-1,1.174-0.158-1,-0.001 0.350 0,-3.565 2.264-1,0.306 0.754 0,3.720-1.859 1,0.168-0.149 0,-2.023 0.771 0,0.236-0.593-1,1.636-0.636 1,0.781 0.094 1,-1.026 1.208 1,1.612-0.576-2,1.479-0.746 3,-1.491 1.444-2,1.471-1.571 0,-1.206-4.488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13T16:39:21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9130.940 2062.388 767,'6.953'0.000'0,"0.681"0.000"0,0.365 0.000-6,-0.384 0.000 5,7.315 0.000-1,-1.466 0.000 0,2.411 0.000-1,1.513 0.000-1,5.779 0.000-2,3.565 0.000 1,-5.856 0.000 4,0.791 0.000-1,0.297 0.000 1,7.148 0.000-7,1.864 0.000 6,-2.997 0.000 1,-0.614 0.000-6,-4.157 0.000 5,-1.386 0.000 1,-1.511 0.000 0,3.666 0.000 2,-0.901 0.000 4,-5.694 0.000-1,-1.211 0.000-1,-1.224 0.000-1,-1.174 0.000-1,-0.733 0.000 0,-0.381 0.000 3,0.961 0.000 3,-0.756 0.000-3,-3.342 0.000-5,-0.419 0.000 1,4.335 0.000 0,-1.010 0.000 2,-2.932 0.000-1,-0.544 0.000 1,-1.669 0.000-1,0.266 0.000-1,3.711 0.000 2,0.101 0.000-1,-2.921 0.000 0,0.350 0.000-3,1.936 0.000-1,0.733 0.000 3,-0.868 0.000 0,0.616 0.000 1,2.053 0.000-4,0.073 0.000 0,-1.513 0.000 2,0.285 0.000-1,1.814 0.000 1,-0.219 0.000 0,-1.749 0.000 2,0.118 0.000-1,2.027 0.000-1,0.303 0.000 1,-1.557 0.000 2,0.312 0.000-3,0.048 0.000 1,-0.151 0.000-1,4.989 0.000 0,-1.126 0.000 0,-5.172 0.000 1,-0.206 0.000-1,0.004 0.000 3,0.166 0.000 0,0.585 0.000 1,0.878 0.000 1,-1.536 0.000-7,0.174 0.000 1,4.378 0.000 1,0.305 0.000-1,-1.624 0.000 0,0.658 0.000 0,0.219 0.000 1,-0.115 0.000 2,1.784 0.000-2,-0.739 0.000 0,-2.512 0.000-1,-0.253 0.000 1,-2.070 0.000 0,0.045 0.000 4,4.216 0.000 1,0.179 0.000-3,-3.993 0.000-1,0.172 0.000 1,0.229 0.000-2,0.268 0.000 1,6.653 0.000-2,-0.574 0.000 1,-3.707 0.000 1,0.126 0.000 0,2.734 0.000-1,-0.106 0.000 1,-4.604 0.000 2,0.014 0.000-1,6.920 0.000-2,-0.144 0.000 0,0.601 0.000-1,0.116 0.000 2,-5.082 0.000 0,-0.602 0.000 0,-0.692 0.000-1,-0.741 0.000 7,-0.764 0.000-8,-0.757 0.000-1,2.334 0.000 3,-1.750 0.000 5,-1.777 0.000-2,-1.684 0.000-1,-1.517 0.000 0,-1.802 0.000-1,4.358 0.000 0,-0.787 0.000 6,0.741 0.000-2,1.394 0.000-7,-4.845 0.000 1,1.844 0.000 0,0.581 0.000 0,3.492 0.000-1,-3.701 0.000 0,0.088 0.000 0,-1.105 0.000 1,0.384 0.000 1,4.937 0.000 1,0.104 0.000-1,-3.191 0.000-1,-0.208 0.000 0,1.026 0.000 0,-0.588 0.000 0,-0.671 0.000 0,-1.670 0.000 2,-0.307 0.000 0,1.407 0.000 1,-0.571 0.000-1,-0.590 0.000 0,-1.864 0.000 0,-0.147 0.000 1,4.444 0.000-2,-1.460 0.000 1,0.093 0.000 0,-2.820 0.000 0,0.038 0.000-1,0.082 0.000 0,0.110 0.000-1,1.532 0.000 0,0.790 0.000 1,-0.740 0.000 1,0.281 0.000-2,1.477 0.000 1,0.078 0.000-2,-2.568 0.000 1,-0.010 0.000-1,4.052 0.000 1,-0.514 0.000 2,-0.712 0.000-1,-0.956 0.000 0,-0.482 0.000 1,0.329 0.000-1,-0.722 0.000 0,-0.700 0.000 2,2.657 0.000 1,-4.485 0.000-3,0.139 0.000 0,1.038 0.000 1,0.255 0.000 1,-0.673 0.000-2,0.171 0.000-1,3.826 0.000 0,-3.185 0.000 1,0.246 0.000-1,2.529 0.000 1,-1.140 0.000 0,-1.505 0.000-1,-1.596 0.000 1,1.810 0.000-1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13T16:39:22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11339.940 1869.388 767,'6.594'0.000'0,"-0.858"2.431"0,2.127 2.955-5,-2.694-1.879 4,0.332 0.719 0,0.179-0.001-1,0.751 0.531 0,1.724 0.974-1,0.568-0.060 0,-0.808-0.333 3,0.215 0.089 0,0.156-0.130-2,0.107-0.288 0,1.283 0.576 0,-0.017 0.013 3,-1.279-0.604 0,-0.064 0.178-4,-0.350 0.236 4,-0.549 0.270 0,2.801 3.237-2,-1.540-0.798 1,-1.466-1.205 0,-1.290-1.344 1,-1.070-1.308 0,1.619 0.936 1,-2.464 0.299 2,-1.807 0.346 0,-1.525 0.412 0,-1.592 0.060-5,0.575 0.787 0,0.356-1.016 1,-0.007 0.161 1,-0.001 3.077-1,-1.074-1.410-1,-2.359 2.580-1,0.956-4.836 2,-0.469 0.613 0,-0.193 0.393 0,-0.368-0.035 0,-0.475-0.336-2,-0.526 0.595 1,-0.540 0.477 0,-0.398-0.009-1,-0.279-0.352 2,-0.181-0.581 2,0.150-0.338-2,0.378-0.152-3,0.523-0.010 1,0.599 0.092 1,-0.163 0.887 2,0.531-0.674 3,0.395-0.864-3,-2.751 2.595 0,0.444-2.383 0,-0.618 1.280 0,2.733-1.394 0,0.459 0.743-1,-1.572 2.348 0,0.385-1.183-1,-1.447 1.233 1,2.135-3.748 0,0.046 0.168 0,-3.283 3.361-1,2.470-3.676 1,0.168-0.212 0,-3.174 4.012 0,3.777-3.622 0,-1.280 2.546 0,2.039-1.888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各位老师好。我们团队的项目叫 ArchCheck——给建筑做合规体检的智能平台。输入三维 BIM 模型，自动对照规范逐条检查，输出带依据、可追溯的审查报告。今天汇报这周进展，重点讲清数据怎么读、规范怎么管、判定怎么做，以及遇到的真实问题和处理方式。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上周老师指出两个方向性问题。第一，数据源：我们之前读的是二维平面图，但行业通用、信息最完整的是三维 BIM 模型，2D 没有房间面积、构件属性、空间关系，做不了专业审查。第二，判定方式：之前让通用大模型直接判规范，范围小、还会编——实测原来规则引用的 Fire Code 条款号 6 处全部指向错误内容，判定还不可复现。所以我们从数据端自己生成 IFC、做扎实读取算法链；资料端把规范整理成知识库。下面逐一展开。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为什么自建 IFC？三条：一是学习成本——亲手构造 IFC，才能真正理解实体、关系、属性三件事；二是检验——自建样例真值是我亲手写的，解析对得上就证明算法对，是最干净的回归测试；三是现实限制——真实模型要么直链失效、要么要上 GitHub、要么 142MB 太重。生成步骤就是「写一份 IFC」：建工程骨架、房间用聚合关系挂楼层、构件用包含关系挂楼层、几何用手写面片、门带标准属性。最关键的一个坑：房间必须用 IfcRelAggregates 挂楼层，用另一种关系解析器就识别不到——这是我们踩过、修好的。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这一页是读取侧的完整算法链。核心观点：全程确定性算法，没有一步靠大模型猜。打开文件后先解决单位——文件没声明就看楼层标高是 3 还是 3000 反推。然后分别用两种关系把楼层里的构件和房间捞出来。房间面积从几何算：曲面化、投影、凸包、鞋带公式。门宽走三级回退，门归房间优先边界关系、没有就几何兜底。疏散距离用图算法。结构构件截面和跨度一起提取。最后系统给模型打健康度分，致命问题直接叫停，不让烂模型进入审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这一页把「有什么」和「怎么比」讲清楚。文件分两堆：数据端是样例模型和规则，资料端是 RAG 知识库。知识库搭建是一条完整流水线：官方来源搜集 → 判定免费付费 → 下载全文或只建索引 → 文字层直接抽、扫描版 OCR → 按目录落盘 → 清洗工具校验过期引用和错误条款号（实测修掉 FC23 6 处）→ 判定时拿规范引用去语料定位证据片段。数据怎么和资料比？一张「字段名契约」：数据端每个值有固定键名（如 door_width_m），规则端用同一个键名取值，引擎做值 vs 阈值的比对，规范依据用 code_ref 指向标准名。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架构上做了大重构：从「一个东西什么都干」拆成 5 个角色 Agent——读、判、库、说、复核各管一段。核心原则：读和判必须 100% 确定，同一模型任何时候跑结果一样；大模型只负责「说」——写报告、做解释，绝不让它拍板数值。关于四专业：规则文件按专业分成四类，但引擎不是先按专业挑规则——它把四份一起读进来，靠每条规则的 field 和 condition_field 自动匹配到对应对象：消防、电气逐房间判，结构逐构件判，全楼参数整楼判一次。分文件是维护方便，执行靠字段匹配。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大家看到的结果页平面图，不是手绘的，也不是从图纸里抠的——全是算法从模型几何里「长」出来的。三步：几何接口读出房间轮廓 → 投影 + 凸包简化 → 鞋带公式算面积 + Pillow 渲染，3D 等轴、每层俯视、剖面都能出。好处是数据驱动：模型改一笔，图跟着变，审查结果和平面图永远对得上。代价如实说：凸包对凹形房间面积会轻微高估，这是已知边界。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过程中遇到一个真实工程问题：规则写死会误判。案例是 FZK 的一根主梁，实测 0.24 米、跨度 4.08 米。死板规则「跨度的十分之一」给出阈值 0.41 米，0.24 小于 0.41，判违规——误判。动态公式按跨度算出 0.204 米，0.24 大于 0.204，通过——这才对。为什么必须动态？一是 IFC 的几何全长不等于设计跨度，死规则会被噪音带偏；二是规范本身常是「按跨高比」这种关系式，公式比死数更贴近规范逻辑。但我们守一条分界线：绝对量（构造底线）必须静态，比例量才动态；动态时必须带底线、公开假设。这不叫不按规范，是「按规范的关系式逻辑 + 对几何噪音做工程修正」。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下一步四个方向。一是知识库加语义搜索，现在是关键词匹配、证据只能到章节；二是付费标准接入问题——涉及版权，我们倾向守住合规底线，具体是买全文、做索引还是继续人工，需要权衡；三是条款定位——现在只能把判定钉到字段和标准名，还钉不到规范第几条原文，这是可审计性的关键一步；四是平面图的几何优化。谢谢各位老师，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customXml" Target="../ink/ink3.xml"/><Relationship Id="rId7" Type="http://schemas.openxmlformats.org/officeDocument/2006/relationships/image" Target="../media/image5.png"/><Relationship Id="rId6" Type="http://schemas.openxmlformats.org/officeDocument/2006/relationships/customXml" Target="../ink/ink2.xml"/><Relationship Id="rId5" Type="http://schemas.openxmlformats.org/officeDocument/2006/relationships/image" Target="../media/image4.png"/><Relationship Id="rId4" Type="http://schemas.openxmlformats.org/officeDocument/2006/relationships/customXml" Target="../ink/ink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3" Type="http://schemas.openxmlformats.org/officeDocument/2006/relationships/notesSlide" Target="../notesSlides/notesSlide5.x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7.png"/><Relationship Id="rId10" Type="http://schemas.openxmlformats.org/officeDocument/2006/relationships/customXml" Target="../ink/ink4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ArchCheck — 基于 AI 的多层建筑规范智能审查平台</a:t>
            </a:r>
            <a:endParaRPr sz="32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3017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 BIM 解析到动态知识库的技术落地</a:t>
            </a:r>
            <a:endParaRPr sz="2000" b="0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4754880"/>
            <a:ext cx="105156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汇报人：黄韵霖 </a:t>
            </a:r>
            <a:endParaRPr sz="160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5212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2026-08-13</a:t>
            </a:r>
            <a:endParaRPr sz="1400" b="0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上周的问题 → 今天的方案</a:t>
            </a:r>
            <a:endParaRPr sz="30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4810" y="1056640"/>
            <a:ext cx="6719570" cy="2640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上周的两个问题</a:t>
            </a:r>
            <a:endParaRPr sz="20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① 数据源：读平面图，</a:t>
            </a:r>
            <a:r>
              <a:rPr lang="zh-CN" sz="17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没有</a:t>
            </a:r>
            <a:r>
              <a:rPr sz="17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 BIM</a:t>
            </a:r>
            <a:r>
              <a:rPr lang="zh-CN" sz="17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模型</a:t>
            </a:r>
            <a:endParaRPr sz="170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之前直接读取 2D 平面图，而非行业通用的三维 BIM 模型</a:t>
            </a:r>
            <a:endParaRPr sz="1500" b="0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2D 图纸信息有限：无房间面积、构件属性、空间关系 → 撑不起专业审查</a:t>
            </a:r>
            <a:endParaRPr sz="1500" b="0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endParaRPr sz="1500" b="0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② 判定方式：让通用 LLM 直接判规范</a:t>
            </a:r>
            <a:endParaRPr sz="170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之前判定由通用大模型完成，规范依据依赖模型内置/联网知识</a:t>
            </a:r>
            <a:endParaRPr sz="1500" b="0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范围小、易幻觉：实测 FC23 6 处条款号全部指错内容；不可复现、不可审计</a:t>
            </a:r>
            <a:endParaRPr sz="1500" b="0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6725" y="3959225"/>
            <a:ext cx="9766935" cy="2640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今天的解决方案</a:t>
            </a:r>
            <a:endParaRPr sz="20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① 数据端：</a:t>
            </a:r>
            <a:r>
              <a:rPr lang="zh-CN" sz="17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使用可靠的</a:t>
            </a:r>
            <a:r>
              <a:rPr sz="17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算法链</a:t>
            </a:r>
            <a:r>
              <a:rPr lang="zh-CN" sz="17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读取</a:t>
            </a:r>
            <a:r>
              <a:rPr lang="en-US" altLang="zh-CN" sz="17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BIM</a:t>
            </a:r>
            <a:r>
              <a:rPr lang="zh-CN" altLang="en-US" sz="17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模型</a:t>
            </a:r>
            <a:endParaRPr sz="170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自建 IFC 样</a:t>
            </a:r>
            <a:r>
              <a:rPr lang="en-US" sz="1500" b="0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sz="1500" b="0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BIM 数据结构</a:t>
            </a:r>
            <a:endParaRPr sz="1500" b="0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算法链：单位推断 / 门宽三级回退 / 空间关联 / 疏散距离 / 结构截面</a:t>
            </a:r>
            <a:endParaRPr sz="1500" b="0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endParaRPr sz="1500" b="0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② 资料端：规范知识库（RAG）</a:t>
            </a:r>
            <a:endParaRPr sz="170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免费规范全文落盘（Fire Code、GB 55037 等 11 份）+ 付费标准索引</a:t>
            </a:r>
            <a:endParaRPr sz="1500" b="0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lang="zh-CN" altLang="en-US" sz="1500" b="0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搭配 </a:t>
            </a:r>
            <a:r>
              <a:rPr lang="en-US" altLang="zh-CN" sz="1500" b="0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RAG </a:t>
            </a:r>
            <a:r>
              <a:rPr lang="zh-CN" altLang="en-US" sz="1500" b="0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规范知识库，给每一条判定绑定规范原文，实现可追溯可审计</a:t>
            </a:r>
            <a:endParaRPr lang="zh-CN" altLang="en-US" sz="1500" b="0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自生成 IFC + 生成步骤</a:t>
            </a:r>
            <a:endParaRPr sz="30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79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为什么自建 IFC</a:t>
            </a:r>
            <a:endParaRPr sz="20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① 学习 BIM 结构：构造实体/关系/属性（IfcSpace、IfcRelAggregates、Pset_DoorCommon）</a:t>
            </a:r>
            <a:endParaRPr sz="160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② 检验阶段「真值回归」：样例真值已知，解析对得上 = 算法正确；快、可控、可复现</a:t>
            </a:r>
            <a:endParaRPr sz="160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③ 真实模型难搜集/下载：直链失效（Duplex）、网络不稳（TLS 失败/连接重置）Snowdon 142MB 太重</a:t>
            </a:r>
            <a:endParaRPr sz="160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生成步骤（scripts/generate_office_ifc.py）</a:t>
            </a:r>
            <a:endParaRPr sz="20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1. 规划布局：3 层 × 8 房间/层（办公室/会议室/楼梯间/走廊），占地 38m×8.5m</a:t>
            </a:r>
            <a:endParaRPr sz="1400" b="0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 ifcopenshell.file(schema=IFC4) 建空模型，声明单位 IfcUnitAssignment（米）</a:t>
            </a:r>
            <a:endParaRPr sz="1400" b="0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3. 工程骨架：IfcProject → IfcSite → IfcBuilding → 3×IfcBuildingStorey</a:t>
            </a:r>
            <a:endParaRPr sz="1400" b="0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4. 房间 IfcSpace → IfcRelAggregates 挂楼层（关键坑：解析器靠聚合关系识别房间）</a:t>
            </a:r>
            <a:endParaRPr sz="1400" b="0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5. 构件（墙/门/柱/梁/板）→ IfcRelContainedInSpatialStructure 挂楼层</a:t>
            </a:r>
            <a:endParaRPr sz="1400" b="0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6. 几何：手动 IfcFacetedBrep 面片（绕开 ifcgeom 不支持拉伸几何的限制）</a:t>
            </a:r>
            <a:endParaRPr sz="1400" b="0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7. 门：Pset_DoorCommon.OverallWidth=0.9 + IfcRelSpaceBoundary</a:t>
            </a:r>
            <a:endParaRPr sz="1400" b="0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8. 房间类型 Pset_SpaceCommon.Reference；输出 office_3f.ifc（88KB）</a:t>
            </a:r>
            <a:endParaRPr sz="1400" b="0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endParaRPr sz="160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数据端 · 确定性解析</a:t>
            </a:r>
            <a:endParaRPr sz="1300" b="1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读取 IFC 的完整算法链</a:t>
            </a:r>
            <a:endParaRPr sz="30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381125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1. 打开模型：ifcopenshell.open(path)</a:t>
            </a:r>
            <a:endParaRPr sz="1500" b="0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 单位推断：读 IfcUnitAssignment → 缺失则按楼层标高数值反推（米/毫米）</a:t>
            </a:r>
            <a:endParaRPr sz="1500" b="0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3. 楼层内构件：IfcRelContainedInSpatialStructure（门/窗/墙/柱/梁/板）</a:t>
            </a:r>
            <a:endParaRPr sz="1500" b="0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4. 楼层内空间：IfcRelAggregates（房间 IfcSpace）</a:t>
            </a:r>
            <a:endParaRPr sz="1500" b="0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5. 房间面积：ifcgeom.create_shape 曲面化 → XY 投影 → 凸包 → 鞋带公式</a:t>
            </a:r>
            <a:endParaRPr sz="1500" b="0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6. 门宽三级回退：Pset_DoorCommon.OverallWidth → 名称正则（mm/英寸）→ 几何包围盒</a:t>
            </a:r>
            <a:endParaRPr sz="1500" b="0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7. 门→房间：IfcRelSpaceBoundary 精确关联 → 几何兜底（质心距 ≤0.5m 且同楼层）</a:t>
            </a:r>
            <a:endParaRPr sz="1500" b="0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8. 疏散距离：房间邻接图（共享门连边）+ Dijkstra 最短路</a:t>
            </a:r>
            <a:endParaRPr sz="1500" b="0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9. 结构截面：柱/梁/板截面 + 跨度 span_m</a:t>
            </a:r>
            <a:endParaRPr sz="1500" b="0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模型可用性 QA 与输出</a:t>
            </a:r>
            <a:endParaRPr sz="20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QA：单位 / 空间完整性 / 几何有效性 / 空间边界 4 项 → 健康度 0-100，致命问题阻断</a:t>
            </a:r>
            <a:endParaRPr sz="170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输出：结构化 dict（楼层 → 房间/构件，固定键名 → 规则引擎直接取值）</a:t>
            </a:r>
            <a:endParaRPr sz="170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资料端</a:t>
            </a:r>
            <a:endParaRPr sz="1300" b="1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711200"/>
            <a:ext cx="11064240" cy="5846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① 现有文件结构</a:t>
            </a:r>
            <a:endParaRPr sz="20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800"/>
              </a:spcAft>
            </a:pPr>
            <a:endParaRPr sz="20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800"/>
              </a:spcAft>
            </a:pPr>
            <a:endParaRPr sz="20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800"/>
              </a:spcAft>
            </a:pPr>
            <a:endParaRPr sz="20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800"/>
              </a:spcAft>
            </a:pPr>
            <a:endParaRPr sz="20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② RAG 知识库搭建步骤与方法</a:t>
            </a:r>
            <a:endParaRPr sz="20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1. 搜集：锁定官方来源（SSO / gov.cn / BCA·SCDF），判定免费/付费 → kb_manifest.json（36 份）</a:t>
            </a:r>
            <a:endParaRPr sz="1400" b="0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 下载：curl 全文；证书吊销失败用 --ssl-no-revoke 绕过；付费仅索引</a:t>
            </a:r>
            <a:endParaRPr sz="1400" b="0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3. 转文本：文字层 PDF → pypdf 抽取；扫描版（GB 55037）→ RapidOCR → 36,921 字符</a:t>
            </a:r>
            <a:endParaRPr sz="1400" b="0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4. 落盘：按目录归档 data/rag_kb/</a:t>
            </a:r>
            <a:endParaRPr sz="1400" b="0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5. 清洗：cleaning_rules.py（窗口化 ±80 字符 + 词边界）</a:t>
            </a:r>
            <a:endParaRPr sz="1400" b="0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6. 定位：agents/reviewer.py 拿 code_ref → 语料关键词匹配 → 证据片段</a:t>
            </a:r>
            <a:endParaRPr sz="1400" b="0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③ 数据端 ↔ 资料端比对 = 字段名契约</a:t>
            </a:r>
            <a:endParaRPr sz="20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数据端 dict：door_width_m / depth_m / span_m …</a:t>
            </a:r>
            <a:endParaRPr sz="1400" b="0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规则 JSON：field / operator / threshold / condition_field / code_ref</a:t>
            </a:r>
            <a:endParaRPr sz="1400" b="0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比对：value OPERATOR threshold（8 操作符）；依据 = code_ref 标准名</a:t>
            </a:r>
            <a:endParaRPr sz="1400" b="0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图片 4" descr="9ab4bf003d86953e409e7f8a728822e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975" y="1106170"/>
            <a:ext cx="3011805" cy="1530985"/>
          </a:xfrm>
          <a:prstGeom prst="rect">
            <a:avLst/>
          </a:prstGeom>
        </p:spPr>
      </p:pic>
      <p:pic>
        <p:nvPicPr>
          <p:cNvPr id="6" name="图片 5" descr="527676eff8ecf64780d4f90e988305a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7995" y="711200"/>
            <a:ext cx="2973070" cy="19259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2655" y="721995"/>
            <a:ext cx="3118485" cy="174879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8" name="墨迹 7"/>
              <p14:cNvContentPartPr/>
              <p14:nvPr/>
            </p14:nvContentPartPr>
            <p14:xfrm>
              <a:off x="1888490" y="2036445"/>
              <a:ext cx="1974850" cy="4191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5"/>
            </p:blipFill>
            <p:spPr>
              <a:xfrm>
                <a:off x="1888490" y="2036445"/>
                <a:ext cx="1974850" cy="419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10" name="墨迹 9"/>
              <p14:cNvContentPartPr/>
              <p14:nvPr/>
            </p14:nvContentPartPr>
            <p14:xfrm>
              <a:off x="3782060" y="1945005"/>
              <a:ext cx="266700" cy="226060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7"/>
            </p:blipFill>
            <p:spPr>
              <a:xfrm>
                <a:off x="3782060" y="1945005"/>
                <a:ext cx="266700" cy="2260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11" name="墨迹 10"/>
              <p14:cNvContentPartPr/>
              <p14:nvPr/>
            </p14:nvContentPartPr>
            <p14:xfrm>
              <a:off x="5798185" y="1310005"/>
              <a:ext cx="1412240" cy="635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9"/>
            </p:blipFill>
            <p:spPr>
              <a:xfrm>
                <a:off x="5798185" y="1310005"/>
                <a:ext cx="1412240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12" name="墨迹 11"/>
              <p14:cNvContentPartPr/>
              <p14:nvPr/>
            </p14:nvContentPartPr>
            <p14:xfrm>
              <a:off x="7200900" y="1187450"/>
              <a:ext cx="123825" cy="266700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11"/>
            </p:blipFill>
            <p:spPr>
              <a:xfrm>
                <a:off x="7200900" y="1187450"/>
                <a:ext cx="123825" cy="26670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技术架构</a:t>
            </a:r>
            <a:endParaRPr sz="1300" b="1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框架更新：5 Agent 架构 + 四专业</a:t>
            </a:r>
            <a:endParaRPr sz="30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21158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为什么采用 Agent</a:t>
            </a:r>
            <a:endParaRPr sz="20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单一模型职责过载、专业知识混装 → 按职责拆分：读/判/库/说/复核，可插拔、可扩展</a:t>
            </a:r>
            <a:endParaRPr sz="160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32765" y="2087245"/>
          <a:ext cx="11171555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6085"/>
                <a:gridCol w="5824855"/>
                <a:gridCol w="2380615"/>
              </a:tblGrid>
              <a:tr h="3657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角色</a:t>
                      </a:r>
                      <a:endParaRPr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核心职责</a:t>
                      </a:r>
                      <a:endParaRPr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执行性质</a:t>
                      </a:r>
                      <a:endParaRPr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① BIM Reader</a:t>
                      </a:r>
                      <a:endParaRPr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读 IFC + 模型可用性 QA（健康度 0-100，致命阻断）</a:t>
                      </a:r>
                      <a:endParaRPr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确定性</a:t>
                      </a:r>
                      <a:endParaRPr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② Compliance Judge</a:t>
                      </a:r>
                      <a:endParaRPr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四专业规则判定 + 跨专业冲突检测</a:t>
                      </a:r>
                      <a:endParaRPr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确定性</a:t>
                      </a:r>
                      <a:endParaRPr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③ KB Steward</a:t>
                      </a:r>
                      <a:endParaRPr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规范知识库 RAG + 动态阈值解析</a:t>
                      </a:r>
                      <a:endParaRPr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检索确定+LLM 辅助</a:t>
                      </a:r>
                      <a:endParaRPr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④ Reasoner</a:t>
                      </a:r>
                      <a:endParaRPr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LLM 报告叙述 / 跨专业冲突协调</a:t>
                      </a:r>
                      <a:endParaRPr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LLM</a:t>
                      </a:r>
                      <a:endParaRPr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⑤ Independent Reviewer</a:t>
                      </a:r>
                      <a:endParaRPr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规范原文复核（概念保留，UI 已移除）</a:t>
                      </a:r>
                      <a:endParaRPr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确定性</a:t>
                      </a:r>
                      <a:endParaRPr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196205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四专业：文件四分类，引擎按对象类型跑</a:t>
            </a:r>
            <a:endParaRPr sz="20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规则文件：{civil, eee, building, structural}_rules.json（消防 / 电气 / 全楼 / 结构）</a:t>
            </a:r>
            <a:endParaRPr sz="150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引擎不挑文件：加载标准时四份一起读入，靠 field/condition_field 自动匹配</a:t>
            </a:r>
            <a:endParaRPr sz="150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判定对象：civil/eee → 逐房间；structural → 逐构件；building → 整楼聚合</a:t>
            </a:r>
            <a:endParaRPr sz="150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数据可视化</a:t>
            </a:r>
            <a:endParaRPr sz="1300" b="1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平面视图是如何得到的</a:t>
            </a:r>
            <a:endParaRPr sz="30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32969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 IFC 几何 → 平面图：算法实现</a:t>
            </a:r>
            <a:endParaRPr sz="20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① 几何提取：ifcopenshell.geom.create_shape 把空间实体曲面化</a:t>
            </a:r>
            <a:endParaRPr sz="170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② 投影与凸包：三维坐标 XY 投影 → Andrew 单调链算法构建房间凸包</a:t>
            </a:r>
            <a:endParaRPr sz="170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③ 计算与渲染：鞋带公式算面积 → Pillow 渲染 → 3D 等轴 / 每层俯视 / 建筑剖面</a:t>
            </a:r>
            <a:endParaRPr sz="170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技术优势与边界</a:t>
            </a:r>
            <a:endParaRPr sz="20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数据驱动：模型改一笔，图即变；审查结果与平面图永远对齐</a:t>
            </a:r>
            <a:endParaRPr sz="170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边界如实：凹形房间面积轻微高估（凸包特性），代码已标注</a:t>
            </a:r>
            <a:endParaRPr sz="170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图片 4" descr="office3f_3d"/>
          <p:cNvPicPr>
            <a:picLocks noChangeAspect="1"/>
          </p:cNvPicPr>
          <p:nvPr/>
        </p:nvPicPr>
        <p:blipFill>
          <a:blip r:embed="rId1"/>
          <a:srcRect t="44171"/>
          <a:stretch>
            <a:fillRect/>
          </a:stretch>
        </p:blipFill>
        <p:spPr>
          <a:xfrm>
            <a:off x="1318895" y="4436110"/>
            <a:ext cx="5031105" cy="2185035"/>
          </a:xfrm>
          <a:prstGeom prst="rect">
            <a:avLst/>
          </a:prstGeom>
        </p:spPr>
      </p:pic>
      <p:pic>
        <p:nvPicPr>
          <p:cNvPr id="6" name="图片 5" descr="office3f_plan_floor1"/>
          <p:cNvPicPr>
            <a:picLocks noChangeAspect="1"/>
          </p:cNvPicPr>
          <p:nvPr/>
        </p:nvPicPr>
        <p:blipFill>
          <a:blip r:embed="rId2"/>
          <a:srcRect r="22104"/>
          <a:stretch>
            <a:fillRect/>
          </a:stretch>
        </p:blipFill>
        <p:spPr>
          <a:xfrm>
            <a:off x="7461250" y="3448685"/>
            <a:ext cx="3706495" cy="31724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真实工程问题</a:t>
            </a:r>
            <a:endParaRPr sz="1300" b="1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遇到的问题：动态阈值（STR-002）</a:t>
            </a:r>
            <a:endParaRPr sz="30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4164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实际案例（FZK 主梁：实测高 0.24m · 跨度 4.08m）</a:t>
            </a:r>
            <a:endParaRPr sz="20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传统死板规则 阈值=跨度/10：4.08/10≈0.41m → 0.24&lt;0.41 → 误判违规</a:t>
            </a:r>
            <a:endParaRPr sz="160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动态公式 max(0.2, min(跨度,6)/20)：max(0.2, 4.08/20)=0.204m → 0.24&gt;0.204 → 通过</a:t>
            </a:r>
            <a:endParaRPr sz="160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为什么要动态</a:t>
            </a:r>
            <a:endParaRPr sz="20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① 几何数据 ≠ 设计意图：IFC 提取的是构件全长，不是设计跨度（檩条全长 13m、支座 4m）→ 几何噪音放大成假阳性</a:t>
            </a:r>
            <a:endParaRPr sz="160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② 规范是「关系式」而非固定数：梁高本质「按跨高比确定」→ 公式反而更贴近规范逻辑</a:t>
            </a:r>
            <a:endParaRPr sz="160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什么时候动态 </a:t>
            </a:r>
            <a:endParaRPr sz="20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绝对量·构造不变值（柱 300mm、板 100mm、距水源 1.5m、坡道 1:12）→ 静态</a:t>
            </a:r>
            <a:endParaRPr sz="160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随上下文变化的比例量（梁高按跨高比、疏散按路径、防火分区按面积、出口按人数）→ 动态</a:t>
            </a:r>
            <a:endParaRPr sz="160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纪律：公式必须带构造底线 + 公开假设（0.2 是底线；6m 封顶、L/20 是住宅近似，已入决策文档）</a:t>
            </a:r>
            <a:endParaRPr sz="160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下一步（4 个方向）</a:t>
            </a:r>
            <a:endParaRPr sz="30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① 完善 RAG —— 加入语义搜索</a:t>
            </a:r>
            <a:endParaRPr sz="18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现状：关键词子串匹配，只能定位到章节/标题上下文；目标：embedding 向量检索，提高证据准确率</a:t>
            </a:r>
            <a:endParaRPr sz="160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② 付费标准是否接入（版权权衡）</a:t>
            </a:r>
            <a:endParaRPr sz="18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现状：付费标准仅索引，判定标「请查阅原文」；权衡：采购全文 / 结构化索引 / 维持人工核对</a:t>
            </a:r>
            <a:endParaRPr sz="160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③ 字段定位 → 条款定位</a:t>
            </a:r>
            <a:endParaRPr sz="18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现状：规则比对到「字段 vs 阈值」，依据只有标准名；目标：证据钉到「标准第 X 条原文」</a:t>
            </a:r>
            <a:endParaRPr sz="160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④ 平面图优化</a:t>
            </a:r>
            <a:endParaRPr sz="18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现状：凸包对凹形房间面积轻微高估；目标：多边形布尔运算/裁剪，修正拟合精度</a:t>
            </a:r>
            <a:endParaRPr sz="160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79*256"/>
  <p:tag name="TABLE_ENDDRAG_RECT" val="41*169*879*25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3517</Words>
  <Application>WPS 演示</Application>
  <PresentationFormat>On-screen Show (4:3)</PresentationFormat>
  <Paragraphs>173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Radiant</cp:lastModifiedBy>
  <cp:revision>17</cp:revision>
  <dcterms:created xsi:type="dcterms:W3CDTF">2013-01-27T09:14:00Z</dcterms:created>
  <dcterms:modified xsi:type="dcterms:W3CDTF">2026-08-13T12:03:46Z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174DB0D525A14F208C2E79CB099BC0FC_12</vt:lpwstr>
  </property>
  <property fmtid="{D5CDD505-2E9C-101B-9397-08002B2CF9AE}" pid="3" name="KSOProductBuildVer">
    <vt:lpwstr>2052-12.1.0.28043</vt:lpwstr>
  </property>
</Properties>
</file>