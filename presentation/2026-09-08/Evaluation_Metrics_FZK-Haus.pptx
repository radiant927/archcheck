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tested model = one row of 18 metrics in 3 groups: which file, six weighted axes plus the weighted total &amp; grade, and what the review produced. FZK-Haus (Archicad, IFC2X3) scores 91.0 → S. Note weight 25% sits on B_extraction: the question the platform must answer is 'did we read it all?'. not_checked=16 means 16 checks honestly reported as unjudgeable for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Evaluation Metrics — one row of results per tested model</a:t>
            </a:r>
            <a:endParaRPr sz="14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52882"/>
            <a:ext cx="1143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Every IFC file goes through the same pipeline and comes out as one 18-metric row. Below is a real one: FZK-Haus (Archicad, IFC2X3).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4005" y="925830"/>
            <a:ext cx="56235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①  Which file is this?</a:t>
            </a:r>
            <a:endParaRPr sz="14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170940"/>
            <a:ext cx="5623560" cy="102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category  real-project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file source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file  FZK-Haus_Archicad11_IFC2x3.ifc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file name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schema  IFC2X3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IFC version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size_mb  3.96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file size (MB)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005" y="2364105"/>
            <a:ext cx="1143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②  How well did the platform read &amp; review it?  (six weighted axes → score + grade)</a:t>
            </a:r>
            <a:endParaRPr sz="14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2715894"/>
            <a:ext cx="11430000" cy="199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A_robust  100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opens, parses, reviews without crashing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B_extraction  100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share of element classes extracted  ·  weight 25%  (did we read it all?)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C_fieldcov  84.0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fields filled on judged elements  ·  weight 20%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D_accuracy  100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dimensions inside real-world ranges  ·  weight 15%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E_ruleactivation  61.3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share of rules that really judged  ·  weight 15%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F_perf  100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parse speed, s per MB  ·  weight 5%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score  91.0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weighted total over the six axes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grade  S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S≥90 · A≥80 · B≥65 · C≥50 · D&lt;50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4817745"/>
            <a:ext cx="1143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③  What did the review produce?  </a:t>
            </a:r>
            <a:endParaRPr sz="14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" y="5062855"/>
            <a:ext cx="11430000" cy="151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qa_score  100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model health check given by the QA pass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storeys  2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storeys found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rooms  7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rooms found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issues  26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violations actually flagged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not_checked  16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could not judge — data missing (reported honestly)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parse_secs  5.42  —  </a:t>
            </a:r>
            <a:r>
              <a:rPr sz="1400">
                <a:solidFill>
                  <a:srgbClr val="444444"/>
                </a:solidFill>
                <a:latin typeface="Times New Roman" panose="02020603050405020304" charset="0"/>
                <a:cs typeface="Times New Roman" panose="02020603050405020304" charset="0"/>
              </a:rPr>
              <a:t>seconds to parse the file</a:t>
            </a:r>
            <a:endParaRPr sz="1400">
              <a:solidFill>
                <a:srgbClr val="44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WPS 演示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Times New Roman</vt:lpstr>
      <vt:lpstr>Courier New</vt:lpstr>
      <vt:lpstr>Calibri</vt:lpstr>
      <vt:lpstr>微软雅黑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4</cp:revision>
  <dcterms:created xsi:type="dcterms:W3CDTF">2013-01-27T09:14:00Z</dcterms:created>
  <dcterms:modified xsi:type="dcterms:W3CDTF">2026-09-08T10:02:21Z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B82420C569C64B3D8458DF2197475AE2_12</vt:lpwstr>
  </property>
  <property fmtid="{D5CDD505-2E9C-101B-9397-08002B2CF9AE}" pid="3" name="KSOProductBuildVer">
    <vt:lpwstr>2052-12.1.0.28505</vt:lpwstr>
  </property>
</Properties>
</file>