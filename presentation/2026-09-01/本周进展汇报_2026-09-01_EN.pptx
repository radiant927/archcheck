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4" r:id="rId7"/>
    <p:sldId id="265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Answering Last Week's Questions</a:t>
            </a:r>
            <a:endParaRPr sz="2200"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760720"/>
              </a:tblGrid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Last week's question</a:t>
                      </a:r>
                      <a:endParaRPr sz="18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This week's answer</a:t>
                      </a:r>
                      <a:endParaRPr sz="18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Does IFC carry B-Rep? </a:t>
                      </a:r>
                      <a:endParaRPr sz="1800" b="1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Yes. Main models have B-Rep → exact geometry, no CSG kernel needed</a:t>
                      </a:r>
                      <a:endParaRPr sz="18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Can the KB move from</a:t>
                      </a:r>
                      <a:r>
                        <a:rPr lang="en-US"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find articles</a:t>
                      </a:r>
                      <a:r>
                        <a:rPr lang="en-US"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r>
                        <a:rPr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to </a:t>
                      </a:r>
                      <a:r>
                        <a:rPr lang="en-US"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“</a:t>
                      </a:r>
                      <a:r>
                        <a:rPr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real judging</a:t>
                      </a:r>
                      <a:r>
                        <a:rPr lang="en-US"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”</a:t>
                      </a:r>
                      <a:r>
                        <a:rPr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?</a:t>
                      </a:r>
                      <a:endParaRPr sz="1800" b="1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Yes. Extractor upgrade → door–room link 6/100 → 98/100</a:t>
                      </a:r>
                      <a:endParaRPr sz="18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EFF3F8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Search style?</a:t>
                      </a:r>
                      <a:endParaRPr sz="1800" b="1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Keywords first, semantic as fallback</a:t>
                      </a:r>
                      <a:endParaRPr sz="18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Line 1 · Model Reading &amp; Processing</a:t>
            </a:r>
            <a:endParaRPr sz="2200"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93065" y="1283335"/>
            <a:ext cx="109728" cy="45720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5453380" cy="3335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Door–Room Link  6/100 → 98/100</a:t>
            </a:r>
            <a:endParaRPr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Method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bbox footprint → every room gets a floor area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placement matrix includes rotation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boundary data first, geometry fills gaps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Result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escape distance: 6 → 98 rooms judged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door width &amp; exits: 98/100 judged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found 2 real violations (rooms 3.04 / 6.04)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7435" y="1371600"/>
            <a:ext cx="109728" cy="45720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57290" y="1417320"/>
            <a:ext cx="6043930" cy="2530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Fire Hydrant Spacing (MEP-009)</a:t>
            </a:r>
            <a:endParaRPr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Method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fire-pipe centroid → nearest-neighbor spacing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Meaning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reading upgraded: attributes → geometry + distance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Result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office_3f: 6 pipes, spacing 13.0m ≤ 30m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Line 2 · Rules vs Code: 21 → 47 per Region</a:t>
            </a:r>
            <a:endParaRPr sz="2200"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Rules now hold real thresholds from GB 55037 / GB 50016 / GB 50974 / FC23 / PUB / SS</a:t>
            </a:r>
            <a:endParaRPr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297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Principle — every rule can be judged, precise, traceable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 real fields only — match extractor output, no dead rules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 scope by condition — judge only matching elements (e.g. pipe_type==fire)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 cite the code — code_ref → exact clause; thresholds verified (door 0.9m / spacing 30m)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Effect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question → clause → rule → real judgement on the model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KB: from </a:t>
            </a:r>
            <a:r>
              <a:rPr lang="en-US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‘</a:t>
            </a: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search' to </a:t>
            </a:r>
            <a:r>
              <a:rPr lang="en-US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‘</a:t>
            </a: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basis for judgement'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Line 3 · B-Rep Survey: Built-In, Ready for Exact Geometry</a:t>
            </a:r>
            <a:endParaRPr sz="2200"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Survey · IfcFacetedBrep count in 4 samples</a:t>
            </a:r>
            <a:endParaRPr sz="1500"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156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468880"/>
                <a:gridCol w="2103120"/>
                <a:gridCol w="2011680"/>
                <a:gridCol w="21031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Sample</a:t>
                      </a:r>
                      <a:endParaRPr sz="16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Schependomlaan</a:t>
                      </a:r>
                      <a:endParaRPr sz="16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office_3f</a:t>
                      </a:r>
                      <a:endParaRPr sz="16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FZK_Haus</a:t>
                      </a:r>
                      <a:endParaRPr sz="16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Duplex_MEP</a:t>
                      </a:r>
                      <a:endParaRPr sz="16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B-Rep count</a:t>
                      </a:r>
                      <a:endParaRPr sz="1600" b="1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4202</a:t>
                      </a:r>
                      <a:endParaRPr sz="16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362 (whole)</a:t>
                      </a:r>
                      <a:endParaRPr sz="16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140</a:t>
                      </a:r>
                      <a:endParaRPr sz="16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sz="16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2880360"/>
            <a:ext cx="109728" cy="5029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52928"/>
            <a:ext cx="5029200" cy="294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Original plan: CSG + Boolean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keeps modelling history, but needs a self-built solid kernel — high </a:t>
            </a: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cost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CSG vs B-Rep (both common in IFC)</a:t>
            </a:r>
            <a:endParaRPr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CSG: parametric build, keeps history (Boolean tree)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B-Rep: explicit shells — surfaces close into a solid</a:t>
            </a:r>
            <a:endParaRPr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2880360"/>
            <a:ext cx="109728" cy="502920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852928"/>
            <a:ext cx="5120640" cy="1540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2E5E8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What we do</a:t>
            </a:r>
            <a:endParaRPr sz="1600" b="1">
              <a:solidFill>
                <a:srgbClr val="2E5E8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B-Rep is built-in → use it directly, no kernel</a:t>
            </a:r>
            <a:endParaRPr sz="1600"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divergence theorem  → exact volume</a:t>
            </a:r>
            <a:endParaRPr sz="1600"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verified on column / beam / slab</a:t>
            </a:r>
            <a:endParaRPr sz="1600"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sz="1600" b="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55345" y="6154420"/>
            <a:ext cx="77470" cy="231775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077077"/>
            <a:ext cx="1005840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Step 3 = B-Rep / mesh mix + precision note </a:t>
            </a:r>
            <a:r>
              <a:rPr lang="en-US" sz="1700"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sz="1700"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(no CSG kernel)</a:t>
            </a:r>
            <a:endParaRPr sz="1700"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d4df0f81b3870326925f6f5f801e303"/>
          <p:cNvPicPr>
            <a:picLocks noChangeAspect="1"/>
          </p:cNvPicPr>
          <p:nvPr/>
        </p:nvPicPr>
        <p:blipFill>
          <a:blip r:embed="rId1"/>
          <a:srcRect t="45054"/>
          <a:stretch>
            <a:fillRect/>
          </a:stretch>
        </p:blipFill>
        <p:spPr>
          <a:xfrm>
            <a:off x="212090" y="0"/>
            <a:ext cx="7592060" cy="2507615"/>
          </a:xfrm>
          <a:prstGeom prst="rect">
            <a:avLst/>
          </a:prstGeom>
        </p:spPr>
      </p:pic>
      <p:pic>
        <p:nvPicPr>
          <p:cNvPr id="3" name="图片 2" descr="6017f08ed2e5db15562ab751790b70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" y="2559685"/>
            <a:ext cx="8308340" cy="2139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6860" y="4446270"/>
            <a:ext cx="891159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2000"/>
          </a:p>
          <a:p>
            <a:r>
              <a:rPr lang="en-US" altLang="zh-CN" sz="2000"/>
              <a:t>  Apartment — Full Chain, Honest Reporting</a:t>
            </a:r>
            <a:endParaRPr lang="en-US" altLang="zh-CN" sz="2000"/>
          </a:p>
          <a:p>
            <a:r>
              <a:rPr lang="en-US" altLang="zh-CN" sz="2000"/>
              <a:t>  - Door width: 11 real violations — door 2.01 is 0.795 m, below the 0.9 m minimum</a:t>
            </a:r>
            <a:endParaRPr lang="en-US" altLang="zh-CN" sz="2000"/>
          </a:p>
          <a:p>
            <a:r>
              <a:rPr lang="en-US" altLang="zh-CN" sz="2000"/>
              <a:t>  - No electrical equipment → emergency lighting reports "not checked"</a:t>
            </a:r>
            <a:endParaRPr lang="en-US" altLang="zh-CN" sz="2000"/>
          </a:p>
          <a:p>
            <a:r>
              <a:rPr lang="en-US" altLang="zh-CN" sz="2000"/>
              <a:t>  - 60 pipes but no fire pipes → hydrant spacing  reports "no condition match"</a:t>
            </a:r>
            <a:endParaRPr lang="en-US" altLang="zh-CN" sz="2000"/>
          </a:p>
          <a:p>
            <a:endParaRPr lang="en-US" altLang="zh-CN" sz="2000"/>
          </a:p>
          <a:p>
            <a:r>
              <a:rPr lang="zh-CN" altLang="en-US" sz="2000"/>
              <a:t> 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 </a:t>
            </a:r>
            <a:endParaRPr lang="en-US" alt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55" y="304800"/>
            <a:ext cx="8310245" cy="49193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1635" y="5381625"/>
            <a:ext cx="83686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 Office — Same Questions, Data Complete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 - Emergency lighting: 3 real violations (corridor without emergency lights)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 - Fire hydrants: 6 pipes, spacing 13.0 m ≤ 30 m → all  pass</a:t>
            </a:r>
            <a:endParaRPr lang="en-US" altLang="zh-CN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146304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This Week's Extractor Upgrade in Action</a:t>
            </a:r>
            <a:endParaRPr sz="2200" b="1">
              <a:solidFill>
                <a:srgbClr val="1F3A5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83112" cy="12801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114800"/>
              </a:tblGrid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Scenario</a:t>
                      </a:r>
                      <a:endParaRPr sz="15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last week</a:t>
                      </a:r>
                      <a:endParaRPr sz="15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Now</a:t>
                      </a:r>
                      <a:endParaRPr sz="1500" b="1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Door width</a:t>
                      </a:r>
                      <a:endParaRPr sz="1500" b="1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data missing</a:t>
                      </a:r>
                      <a:endParaRPr sz="15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 violations found</a:t>
                      </a:r>
                      <a:endParaRPr sz="15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Escape distance</a:t>
                      </a:r>
                      <a:endParaRPr sz="1500" b="1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only 6 rooms</a:t>
                      </a:r>
                      <a:endParaRPr sz="15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EF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 rooms judged</a:t>
                      </a:r>
                      <a:endParaRPr sz="15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>
                    <a:solidFill>
                      <a:srgbClr val="EFF3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Exit count</a:t>
                      </a:r>
                      <a:endParaRPr sz="1500" b="1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 false alarms</a:t>
                      </a:r>
                      <a:endParaRPr sz="15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clean (false positives fixed)</a:t>
                      </a:r>
                      <a:endParaRPr sz="1500" b="0">
                        <a:solidFill>
                          <a:srgbClr val="33333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3152" marR="73152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2548</Words>
  <Application>WPS 演示</Application>
  <PresentationFormat>On-screen Show (4:3)</PresentationFormat>
  <Paragraphs>131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Malgun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Radiant</cp:lastModifiedBy>
  <cp:revision>19</cp:revision>
  <dcterms:created xsi:type="dcterms:W3CDTF">2013-01-27T09:14:00Z</dcterms:created>
  <dcterms:modified xsi:type="dcterms:W3CDTF">2026-09-01T12:16:45Z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0B6BF3261DC748EDA4FB51FA98E33325_12</vt:lpwstr>
  </property>
  <property fmtid="{D5CDD505-2E9C-101B-9397-08002B2CF9AE}" pid="3" name="KSOProductBuildVer">
    <vt:lpwstr>2052-12.1.0.28043</vt:lpwstr>
  </property>
</Properties>
</file>