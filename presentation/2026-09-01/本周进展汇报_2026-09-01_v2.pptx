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F3A5F"/>
                </a:solidFill>
                <a:latin typeface="宋体"/>
                <a:ea typeface="宋体"/>
              </a:rPr>
              <a:t>ArchCheck · 建筑合规自动审查平台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宋体"/>
                <a:ea typeface="宋体"/>
              </a:rPr>
              <a:t>本周进展汇报 · 2026-09-01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88888"/>
                </a:solidFill>
                <a:latin typeface="宋体"/>
                <a:ea typeface="宋体"/>
              </a:rPr>
              <a:t>汇报人 黄韵霖 · NTU Pre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回应上周老师的方向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760720"/>
              </a:tblGrid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上周的方向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本周回答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验证 IFC 是否含 B-Rep（影响台阶③ CSG 与否）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验证完成：主流模型自带 B-Rep，为精确几何铺路，无需 CSG 内核</a:t>
                      </a:r>
                    </a:p>
                  </a:txBody>
                  <a:tcPr marL="73152" marR="73152" marT="45720" marB="45720" anchor="ctr"/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知识库从「搜到条文」走向「实际判定」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判定链路跑通，提取器升级让规则判得动（6/100 → 98/100）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混合检索口径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关键词优先、语义兜底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主线一 · 模型读取与信息处理 —— 从「读得到」到「算得出」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" cy="45720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3A5F"/>
                </a:solidFill>
                <a:latin typeface="宋体"/>
                <a:ea typeface="宋体"/>
              </a:rPr>
              <a:t>门-房间关联  6/100 → 98/100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方法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bbox 矩形占用面（无实体几何的房间也有足迹）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放置矩阵含旋转（楼层框架转 90°）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边界优先（真实边界数据优先，几何只补缺）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疏散距离 6→98 房可判定；门宽/出口数 98/100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新查出 2 条真违规（3.04 / 6.04 无疏散门）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17320"/>
            <a:ext cx="109728" cy="45720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3A5F"/>
                </a:solidFill>
                <a:latin typeface="宋体"/>
                <a:ea typeface="宋体"/>
              </a:rPr>
              <a:t>消火栓间距字段激活（MEP-009）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方法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提取器新增消防管几何质心 → 最近邻间距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意义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读取从「读属性」升级到「读几何、算距离」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office_3f 6 根消防管，间距 13.0m ≤ 30m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主线二 · 文献对应：规则扩量 21 → 47 条/地区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宋体"/>
                <a:ea typeface="宋体"/>
              </a:rPr>
              <a:t>为什么能对上文献：规则库已覆盖 GB 55037 / GB 50016 / GB 50974 / FC23 / PUB / SS 的具体阈值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规则扩量的原理 —— 每条规则「判得动、判得准、可追溯」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① 选取真实字段 —— 规则只对准提取器真实产出的字段，杜绝「读不到」的死规则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② 条件限定范围 —— condition_field 只判匹配的元素（如 pipe_type==fire），不误伤其它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③ 规范的出处 —— code_ref 对应原文条款，阈值按标准原文核实（净宽 0.9m / 间距 30m）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扩量后的作用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提问 → 语义检索命中条文 → 条文对应规则 → 规则在模型上真判定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文献从「搜到条文」落地为「判定依据」，21 → 47 条/地区可判定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主线三 · B-Rep 调研：主流模型自带，为精确几何铺路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调研情况 · 4 样例 IfcFacetedBrep 计数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2103120"/>
                <a:gridCol w="201168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样例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Schependomlaan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office_3f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FZK_Haus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Duplex_MEP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B-Rep 数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4202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362（整模）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140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0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2880360"/>
            <a:ext cx="109728" cy="5029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原本计划：CSG + 布尔运算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参数化构造、保留建模历史，但布尔裁剪需自研实体内核，投入大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IFC 中 CSG 与 B-Rep 的区别（二者都常见）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CSG：参数化构造，保留建模历史（布尔树）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B-Rep：显式的外壳集合（表面拼出实体）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880360"/>
            <a:ext cx="109728" cy="5029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5E8C"/>
                </a:solidFill>
                <a:latin typeface="宋体"/>
                <a:ea typeface="宋体"/>
              </a:rPr>
              <a:t>我们的做法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B-Rep 主流自带 → 直接利用，无需自研内核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散度定理（有符号四面体）→ 精确体积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柱 / 梁 / 板已验证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宋体"/>
                <a:ea typeface="宋体"/>
              </a:rPr>
              <a:t>布尔裁剪结果 → tessellation + 精度标注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06440"/>
            <a:ext cx="109728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83387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宋体"/>
                <a:ea typeface="宋体"/>
              </a:rPr>
              <a:t>台阶③ = B-Rep / 网格混合 + 精度标注，不引入 CSG 实体内核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同一引擎 · 四种数据 → 自适应判定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4480560"/>
              </a:tblGrid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样例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数据覆盖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演示规则判定结果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office_3f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房 + 机电 + 电气 + 消防管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5 条规则全部判定 · 应急照明违规 3 处</a:t>
                      </a:r>
                    </a:p>
                  </a:txBody>
                  <a:tcPr marL="73152" marR="73152" marT="45720" marB="45720" anchor="ctr"/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Schependomlaan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住宅（100 房 + 门 + 结构）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疏散 100 房全判定 · 门宽违规 11 处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Duplex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纯机电（427 管 + 电气）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机电规则判定（管径 / 坡度 / 间距）</a:t>
                      </a:r>
                    </a:p>
                  </a:txBody>
                  <a:tcPr marL="73152" marR="73152" marT="45720" marB="45720" anchor="ctr"/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FZK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建筑 + 结构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建筑规则判定（疏散 / 结构构件）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本周提取器升级的效果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11480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场景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8-27（上周）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现在</a:t>
                      </a:r>
                    </a:p>
                  </a:txBody>
                  <a:tcPr marL="73152" marR="73152" marT="45720" marB="45720" anchor="ctr"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疏散门净宽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数据缺失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违规 11 处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疏散距离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只能判 6 房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已判定 100 房</a:t>
                      </a:r>
                    </a:p>
                  </a:txBody>
                  <a:tcPr marL="73152" marR="73152" marT="45720" marB="45720" anchor="ctr">
                    <a:solidFill>
                      <a:srgbClr val="EFF3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出口数量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误报 2 处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通过（纠正假阳性）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4846320"/>
            <a:ext cx="109728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737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宋体"/>
                <a:ea typeface="宋体"/>
              </a:rPr>
              <a:t>从「判不了」到「判得动」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/>
                <a:ea typeface="宋体"/>
              </a:rP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宋体"/>
                <a:ea typeface="宋体"/>
              </a:rPr>
              <a:t>· 台阶③ 精确几何：B-Rep / 网格混合 + 精度标注（基础已铺好）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宋体"/>
                <a:ea typeface="宋体"/>
              </a:rPr>
              <a:t>· 新提取字段：IfcZone（防火分区）· IfcRamp（坡道）· 管道拓扑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宋体"/>
                <a:ea typeface="宋体"/>
              </a:rPr>
              <a:t>· IDS 驱动提取（提取器按规范要求取数）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宋体"/>
                <a:ea typeface="宋体"/>
              </a:rPr>
              <a:t>请老师指导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